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Module 1 – DevOps Concepts &amp;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DevOps Concept &amp; Lifecycle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CI/CD Processes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Problems DevOps Solves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Test Automation &amp; Continuous Testing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DevOps vs Traditional Ops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Implementing Delivery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What is DevOps?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DevOps integrates Development &amp; Operations to improve: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Collaboration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Automation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Software quality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Deployment speed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Reliability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DevOps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Plan → Code → Build → Test → Release → Deploy → Operate → Monitor → Feedback</a:t>
            </a:r>
          </a:p>
          <a:p>
            <a:pPr>
              <a:defRPr sz="2200">
                <a:solidFill>
                  <a:srgbClr val="E6E6E6"/>
                </a:solidFill>
              </a:defRPr>
            </a:pP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A continuous loop enabling rapid, reliable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Continuous Integration (CI)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Frequent code commits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Automated builds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Automated unit &amp; integration testing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Faster feedback &amp; early defect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Continuous Delivery (CD)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Extends CI with automated packaging &amp; releasing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Always deployable code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Automated environment promotion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Continuous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Fully automated production deployment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Requires strong test coverage &amp; monitoring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Zero manual approvals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Problems DevOps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Slow release cycles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Manual deployment errors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Siloed Dev &amp; Ops teams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Environment inconsistencies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Late detection of defects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Inefficient scaling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DevOps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Born from: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Agile development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Lean principles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Cloud-native architectures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Need for faster value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DevOps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Cross-functional collaboration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Automating end-to-end lifecycle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Continuous measurement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Shared responsibility for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DevOps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Infrastructure as Code (IaC)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CI/CD Automation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Shift-left testing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Containerization (Docker/K8s)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Monitoring &amp; Observability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Test Automation in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Automate: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Unit tests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API tests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UI tests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Performance tests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Security tests</a:t>
            </a:r>
          </a:p>
          <a:p>
            <a:pPr>
              <a:defRPr sz="2200">
                <a:solidFill>
                  <a:srgbClr val="E6E6E6"/>
                </a:solidFill>
              </a:defRPr>
            </a:pP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Critical for CI/CD speed.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Continuous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Testing throughout the pipeline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Automated quality gates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Fail-fast mechanisms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Higher release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How DevOps Improves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• Early bug detection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Reduced human error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Frequent small changes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Strong monitoring &amp; feedback loops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DevOps vs Traditional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Traditional Ops: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Manual deployments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Slow, large releases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Siloed teams</a:t>
            </a:r>
          </a:p>
          <a:p>
            <a:pPr>
              <a:defRPr sz="2200">
                <a:solidFill>
                  <a:srgbClr val="E6E6E6"/>
                </a:solidFill>
              </a:defRPr>
            </a:pP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DevOps: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Automated pipelines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Continuous delivery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Collaborative teams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Steps to Implement Delivery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1. Define pipeline stages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2. Version control everything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3. Implement CI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4. Add automated tests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5. Add quality gates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6. Implement CD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7. Containerize apps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8. Apply IaC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9. Monitor &amp; optimize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C8FF"/>
                </a:solidFill>
              </a:defRPr>
            </a:pPr>
            <a:r>
              <a:t>Module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E6E6E6"/>
                </a:solidFill>
              </a:defRPr>
            </a:pPr>
            <a:r>
              <a:t>You learned: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DevOps fundamentals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CI/CD workflows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Test automation &amp; continuous testing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Differences vs traditional methods</a:t>
            </a:r>
          </a:p>
          <a:p>
            <a:pPr>
              <a:defRPr sz="2200">
                <a:solidFill>
                  <a:srgbClr val="E6E6E6"/>
                </a:solidFill>
              </a:defRPr>
            </a:pPr>
            <a:r>
              <a:t>• Pipeline implementation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